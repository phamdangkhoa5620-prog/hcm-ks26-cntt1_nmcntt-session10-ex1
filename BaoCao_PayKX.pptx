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Giá trị giao dịch (nghìn VND)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01–02/10</c:v>
                </c:pt>
                <c:pt idx="1">
                  <c:v>03–04/10</c:v>
                </c:pt>
                <c:pt idx="2">
                  <c:v>05–06/10</c:v>
                </c:pt>
                <c:pt idx="3">
                  <c:v>07–08/10</c:v>
                </c:pt>
                <c:pt idx="4">
                  <c:v>09–10/10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230</c:v>
                </c:pt>
                <c:pt idx="1">
                  <c:v>370</c:v>
                </c:pt>
                <c:pt idx="2">
                  <c:v>350</c:v>
                </c:pt>
                <c:pt idx="3">
                  <c:v>270</c:v>
                </c:pt>
                <c:pt idx="4">
                  <c:v>275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Nghìn VND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Giá trị (nghìn VND)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Giao dịch</c:v>
                </c:pt>
                <c:pt idx="1">
                  <c:v>Phí đối tác</c:v>
                </c:pt>
                <c:pt idx="2">
                  <c:v>Thực nhận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1495</c:v>
                </c:pt>
                <c:pt idx="1">
                  <c:v>13.8</c:v>
                </c:pt>
                <c:pt idx="2">
                  <c:v>1481.2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F86"/>
                </a:solidFill>
                <a:latin typeface="Aptos"/>
              </a:defRPr>
            </a:pPr>
            <a:r>
              <a:t>PAYKX | BÁO CÁO ĐỐI SOÁT THÁNG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3B50"/>
                </a:solidFill>
                <a:latin typeface="Aptos"/>
              </a:defRPr>
            </a:pPr>
            <a:r>
              <a:t>Phí đối tác chiếm 1% tổng giá trị giao dịch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65B69"/>
                </a:solidFill>
                <a:latin typeface="Aptos"/>
              </a:defRPr>
            </a:pPr>
            <a:r>
              <a:t>Tổng hợp số liệu minh họa • Tháng 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53B50"/>
                </a:solidFill>
                <a:latin typeface="Aptos"/>
              </a:defRPr>
            </a:pPr>
            <a:r>
              <a:t>Mục tiêu: theo dõi dòng tiền, phí ngân hàng và tiền thực nhận sau phí.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53B50"/>
                </a:solidFill>
                <a:latin typeface="Aptos"/>
              </a:defRPr>
            </a:pPr>
            <a:r>
              <a:t>Doanh thu giao dịch tăng dần trong tuần đầu tháng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371600"/>
          <a:ext cx="7680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8696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F86"/>
                </a:solidFill>
                <a:latin typeface="Aptos"/>
              </a:defRPr>
            </a:pPr>
            <a:r>
              <a:t>Thông điệp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377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53B50"/>
                </a:solidFill>
                <a:latin typeface="Aptos"/>
              </a:defRPr>
            </a:pPr>
            <a:r>
              <a:t>Theo dõi theo kỳ giúp nhận diện biến động và đối chiếu phí kịp thời.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53B50"/>
                </a:solidFill>
                <a:latin typeface="Aptos"/>
              </a:defRPr>
            </a:pPr>
            <a:r>
              <a:t>Phí đối tác được kiểm soát ở mức 1% theo dữ liệu giả định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7782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F86"/>
                </a:solidFill>
                <a:latin typeface="Aptos"/>
              </a:defRPr>
            </a:pPr>
            <a:r>
              <a:t>Lưu 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3774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53B50"/>
                </a:solidFill>
                <a:latin typeface="Aptos"/>
              </a:defRPr>
            </a:pPr>
            <a:r>
              <a:t>Số liệu minh họa. Khi nộp báo cáo thực tế, thay bằng dữ liệu đã đối soát với ngân hàng.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53B50"/>
                </a:solidFill>
                <a:latin typeface="Aptos"/>
              </a:defRPr>
            </a:pPr>
            <a:r>
              <a:t>Chuẩn hóa mã và đối soát hằng ngày giúp giảm sai lệch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F8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3B50"/>
                </a:solidFill>
                <a:latin typeface="Aptos"/>
              </a:defRPr>
            </a:pPr>
            <a:r>
              <a:t>Làm sạch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5B69"/>
                </a:solidFill>
                <a:latin typeface="Aptos"/>
              </a:defRPr>
            </a:pPr>
            <a:r>
              <a:t>TRIM loại bỏ khoảng trắng thừa trước khi tra cứu.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F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3B50"/>
                </a:solidFill>
                <a:latin typeface="Aptos"/>
              </a:defRPr>
            </a:pPr>
            <a:r>
              <a:t>Tra cứu chính xác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632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5B69"/>
                </a:solidFill>
                <a:latin typeface="Aptos"/>
              </a:defRPr>
            </a:pPr>
            <a:r>
              <a:t>VLOOKUP dùng FALSE để khớp mã người dùng chính xác.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F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80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3B50"/>
                </a:solidFill>
                <a:latin typeface="Aptos"/>
              </a:defRPr>
            </a:pPr>
            <a:r>
              <a:t>Kiểm soát dòng tiền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8056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5B69"/>
                </a:solidFill>
                <a:latin typeface="Aptos"/>
              </a:defRPr>
            </a:pPr>
            <a:r>
              <a:t>Đối chiếu tổng giao dịch, phí đối tác và tiền thực nhận.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